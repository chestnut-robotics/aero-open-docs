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notesSlides/notesSlide1.xml" Type="http://schemas.openxmlformats.org/officeDocument/2006/relationships/notesSlide"/><Relationship Id="rId15" Target="notesSlides/notesSlide2.xml" Type="http://schemas.openxmlformats.org/officeDocument/2006/relationships/notesSlide"/><Relationship Id="rId16" Target="notesSlides/notesSlide3.xml" Type="http://schemas.openxmlformats.org/officeDocument/2006/relationships/notesSlide"/><Relationship Id="rId17" Target="notesSlides/notesSlide4.xml" Type="http://schemas.openxmlformats.org/officeDocument/2006/relationships/notesSlide"/><Relationship Id="rId18" Target="notesSlides/notesSlide5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" type="body" sz="quarter"/>
          </p:nvPr>
        </p:nvSpPr>
        <p:spPr>
          <a:xfrm rot="0" flipH="false" flipV="false">
            <a:off x="1155700" y="2825750"/>
            <a:ext cx="9880600" cy="990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>
                <a:solidFill>
                  <a:srgbClr val="000000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" type="body" sz="quarter"/>
          </p:nvPr>
        </p:nvSpPr>
        <p:spPr>
          <a:xfrm rot="0" flipH="false" flipV="false">
            <a:off x="635000" y="787400"/>
            <a:ext cx="5256743" cy="1460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8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" type="body" sz="quarter" hasCustomPrompt="true"/>
          </p:nvPr>
        </p:nvSpPr>
        <p:spPr>
          <a:xfrm rot="0" flipH="false" flipV="false">
            <a:off x="5891743" y="845441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</a:p>
        </p:txBody>
      </p:sp>
      <p:sp>
        <p:nvSpPr>
          <p:cNvPr name="AutoShape 4" id="4"/>
          <p:cNvSpPr/>
          <p:nvPr>
            <p:ph idx="4" type="body" sz="quarter" hasCustomPrompt="true"/>
          </p:nvPr>
        </p:nvSpPr>
        <p:spPr>
          <a:xfrm rot="0" flipH="false" flipV="false">
            <a:off x="5891743" y="232892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</a:p>
        </p:txBody>
      </p:sp>
      <p:sp>
        <p:nvSpPr>
          <p:cNvPr name="AutoShape 5" id="5"/>
          <p:cNvSpPr/>
          <p:nvPr>
            <p:ph idx="5" type="body" sz="quarter" hasCustomPrompt="true"/>
          </p:nvPr>
        </p:nvSpPr>
        <p:spPr>
          <a:xfrm rot="0" flipH="false" flipV="false">
            <a:off x="5891743" y="3764257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</a:p>
        </p:txBody>
      </p:sp>
      <p:sp>
        <p:nvSpPr>
          <p:cNvPr name="AutoShape 6" id="6"/>
          <p:cNvSpPr/>
          <p:nvPr>
            <p:ph idx="6" type="body" sz="quarter" hasCustomPrompt="true"/>
          </p:nvPr>
        </p:nvSpPr>
        <p:spPr>
          <a:xfrm rot="0" flipH="false" flipV="false">
            <a:off x="5891743" y="5220906"/>
            <a:ext cx="896343" cy="6350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 indent="0">
              <a:lnSpc>
                <a:spcPct val="125000"/>
              </a:lnSpc>
            </a:pPr>
            <a:r>
              <a:rPr lang="en-US" b="true" i="false" strike="noStrike" u="none" sz="3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-US" b="true" i="false" strike="noStrike" u="none" sz="3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</a:p>
        </p:txBody>
      </p:sp>
      <p:sp>
        <p:nvSpPr>
          <p:cNvPr name="AutoShape 7" id="7"/>
          <p:cNvSpPr/>
          <p:nvPr>
            <p:ph idx="7" type="body" sz="quarter"/>
          </p:nvPr>
        </p:nvSpPr>
        <p:spPr>
          <a:xfrm rot="0" flipH="false" flipV="false">
            <a:off x="6788086" y="1240031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8" type="body" sz="quarter"/>
          </p:nvPr>
        </p:nvSpPr>
        <p:spPr>
          <a:xfrm rot="0" flipH="false" flipV="false">
            <a:off x="6788086" y="2704466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9" type="body" sz="quarter"/>
          </p:nvPr>
        </p:nvSpPr>
        <p:spPr>
          <a:xfrm rot="0" flipH="false" flipV="false">
            <a:off x="6788086" y="4139797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10" type="body" sz="quarter"/>
          </p:nvPr>
        </p:nvSpPr>
        <p:spPr>
          <a:xfrm rot="0" flipH="false" flipV="false">
            <a:off x="6788086" y="5575129"/>
            <a:ext cx="46482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11" type="body" sz="quarter"/>
          </p:nvPr>
        </p:nvSpPr>
        <p:spPr>
          <a:xfrm rot="0" flipH="false" flipV="false">
            <a:off x="6788086" y="5150165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12" type="body" sz="quarter"/>
          </p:nvPr>
        </p:nvSpPr>
        <p:spPr>
          <a:xfrm rot="0" flipH="false" flipV="false">
            <a:off x="6788086" y="796018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13" type="body" sz="quarter"/>
          </p:nvPr>
        </p:nvSpPr>
        <p:spPr>
          <a:xfrm rot="0" flipH="false" flipV="false">
            <a:off x="6788086" y="2279503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14" type="body" sz="quarter"/>
          </p:nvPr>
        </p:nvSpPr>
        <p:spPr>
          <a:xfrm rot="0" flipH="false" flipV="false">
            <a:off x="6788086" y="3714834"/>
            <a:ext cx="46482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5399999" flipH="false" flipV="true">
            <a:off x="5672879" y="5482375"/>
            <a:ext cx="863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>
            <a:solidFill>
              <a:srgbClr val="DEE0E3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" id="3"/>
          <p:cNvSpPr/>
          <p:nvPr>
            <p:ph idx="15" type="body" sz="quarter"/>
          </p:nvPr>
        </p:nvSpPr>
        <p:spPr>
          <a:xfrm rot="0" flipH="false" flipV="false">
            <a:off x="6316558" y="4904525"/>
            <a:ext cx="5125239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16" type="body" sz="quarter"/>
          </p:nvPr>
        </p:nvSpPr>
        <p:spPr>
          <a:xfrm rot="0" flipH="false" flipV="false">
            <a:off x="635000" y="4853725"/>
            <a:ext cx="52578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17" type="pic" sz="quarter"/>
          </p:nvPr>
        </p:nvSpPr>
        <p:spPr>
          <a:xfrm rot="0" flipH="false" flipV="false">
            <a:off x="762000" y="762000"/>
            <a:ext cx="10668000" cy="3708400"/>
          </a:xfrm>
          <a:prstGeom prst="roundRect">
            <a:avLst>
              <a:gd name="adj" fmla="val 3424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8" type="body" sz="quarter"/>
          </p:nvPr>
        </p:nvSpPr>
        <p:spPr>
          <a:xfrm rot="0" flipH="false" flipV="false">
            <a:off x="638697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19" type="body" sz="quarter"/>
          </p:nvPr>
        </p:nvSpPr>
        <p:spPr>
          <a:xfrm rot="0" flipH="false" flipV="false">
            <a:off x="635000" y="787400"/>
            <a:ext cx="5256743" cy="571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0" type="pic" sz="quarter"/>
          </p:nvPr>
        </p:nvSpPr>
        <p:spPr>
          <a:xfrm rot="0" flipH="false" flipV="false">
            <a:off x="6096000" y="749300"/>
            <a:ext cx="5334000" cy="5359400"/>
          </a:xfrm>
          <a:prstGeom prst="roundRect">
            <a:avLst>
              <a:gd name="adj" fmla="val 238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/>
          </p:nvPr>
        </p:nvSpPr>
        <p:spPr>
          <a:xfrm rot="0" flipH="false" flipV="false">
            <a:off x="6350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2" type="body" sz="quarter"/>
          </p:nvPr>
        </p:nvSpPr>
        <p:spPr>
          <a:xfrm rot="0" flipH="false" flipV="false">
            <a:off x="6172200" y="5588000"/>
            <a:ext cx="52578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3" type="body" sz="quarter"/>
          </p:nvPr>
        </p:nvSpPr>
        <p:spPr>
          <a:xfrm rot="0" flipH="false" flipV="false">
            <a:off x="635000" y="749300"/>
            <a:ext cx="10919218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4" type="pic" sz="quarter"/>
          </p:nvPr>
        </p:nvSpPr>
        <p:spPr>
          <a:xfrm rot="0" flipH="false" flipV="false">
            <a:off x="7620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25" type="pic" sz="quarter"/>
          </p:nvPr>
        </p:nvSpPr>
        <p:spPr>
          <a:xfrm rot="0" flipH="false" flipV="false">
            <a:off x="6299200" y="1886287"/>
            <a:ext cx="5130800" cy="3662849"/>
          </a:xfrm>
          <a:prstGeom prst="roundRect">
            <a:avLst>
              <a:gd name="adj" fmla="val 2773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6" type="body" sz="quarter"/>
          </p:nvPr>
        </p:nvSpPr>
        <p:spPr>
          <a:xfrm rot="0" flipH="false" flipV="false">
            <a:off x="635000" y="2781300"/>
            <a:ext cx="3835400" cy="1244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27" type="body" sz="quarter"/>
          </p:nvPr>
        </p:nvSpPr>
        <p:spPr>
          <a:xfrm rot="0" flipH="false" flipV="false">
            <a:off x="9336835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4" id="4"/>
          <p:cNvSpPr/>
          <p:nvPr>
            <p:ph idx="28" type="body" sz="quarter"/>
          </p:nvPr>
        </p:nvSpPr>
        <p:spPr>
          <a:xfrm rot="0" flipH="false" flipV="false">
            <a:off x="7012027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5" id="5"/>
          <p:cNvSpPr/>
          <p:nvPr>
            <p:ph idx="29" type="body" sz="quarter"/>
          </p:nvPr>
        </p:nvSpPr>
        <p:spPr>
          <a:xfrm rot="0" flipH="false" flipV="false">
            <a:off x="4674519" y="5427090"/>
            <a:ext cx="2108929" cy="6223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6" id="6"/>
          <p:cNvSpPr/>
          <p:nvPr>
            <p:ph idx="30" type="pic" sz="quarter"/>
          </p:nvPr>
        </p:nvSpPr>
        <p:spPr>
          <a:xfrm rot="0" flipH="false" flipV="false">
            <a:off x="48260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1" type="pic" sz="quarter"/>
          </p:nvPr>
        </p:nvSpPr>
        <p:spPr>
          <a:xfrm rot="0" flipH="false" flipV="false">
            <a:off x="71628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32" type="pic" sz="quarter"/>
          </p:nvPr>
        </p:nvSpPr>
        <p:spPr>
          <a:xfrm rot="0" flipH="false" flipV="false">
            <a:off x="9486900" y="730847"/>
            <a:ext cx="1955800" cy="4699000"/>
          </a:xfrm>
          <a:prstGeom prst="roundRect">
            <a:avLst>
              <a:gd name="adj" fmla="val 3896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33" type="body" sz="quarter"/>
          </p:nvPr>
        </p:nvSpPr>
        <p:spPr>
          <a:xfrm rot="0" flipH="false" flipV="false">
            <a:off x="638697" y="749300"/>
            <a:ext cx="109220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32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3" id="3"/>
          <p:cNvSpPr/>
          <p:nvPr>
            <p:ph idx="34" type="pic" sz="quarter"/>
          </p:nvPr>
        </p:nvSpPr>
        <p:spPr>
          <a:xfrm rot="0" flipH="false" flipV="false">
            <a:off x="7620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35" type="pic" sz="quarter"/>
          </p:nvPr>
        </p:nvSpPr>
        <p:spPr>
          <a:xfrm rot="0" flipH="false" flipV="false">
            <a:off x="6248400" y="2140287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36" type="pic" sz="quarter"/>
          </p:nvPr>
        </p:nvSpPr>
        <p:spPr>
          <a:xfrm rot="0" flipH="false" flipV="false">
            <a:off x="7620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37" type="pic" sz="quarter"/>
          </p:nvPr>
        </p:nvSpPr>
        <p:spPr>
          <a:xfrm rot="0" flipH="false" flipV="false">
            <a:off x="6248400" y="4228533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38" type="body" sz="quarter"/>
          </p:nvPr>
        </p:nvSpPr>
        <p:spPr>
          <a:xfrm rot="0" flipH="false" flipV="false">
            <a:off x="2331321" y="2750532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8" id="8"/>
          <p:cNvSpPr/>
          <p:nvPr>
            <p:ph idx="39" type="body" sz="quarter"/>
          </p:nvPr>
        </p:nvSpPr>
        <p:spPr>
          <a:xfrm rot="0" flipH="false" flipV="false">
            <a:off x="7823200" y="2781138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9" id="9"/>
          <p:cNvSpPr/>
          <p:nvPr>
            <p:ph idx="40" type="body" sz="quarter"/>
          </p:nvPr>
        </p:nvSpPr>
        <p:spPr>
          <a:xfrm rot="0" flipH="false" flipV="false">
            <a:off x="2331321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10" id="10"/>
          <p:cNvSpPr/>
          <p:nvPr>
            <p:ph idx="41" type="body" sz="quarter"/>
          </p:nvPr>
        </p:nvSpPr>
        <p:spPr>
          <a:xfrm rot="0" flipH="false" flipV="false">
            <a:off x="7823200" y="4844240"/>
            <a:ext cx="3606800" cy="2794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11" id="11"/>
          <p:cNvSpPr/>
          <p:nvPr>
            <p:ph idx="42" type="body" sz="quarter"/>
          </p:nvPr>
        </p:nvSpPr>
        <p:spPr>
          <a:xfrm rot="0" flipH="false" flipV="false">
            <a:off x="2331321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12" id="12"/>
          <p:cNvSpPr/>
          <p:nvPr>
            <p:ph idx="43" type="body" sz="quarter"/>
          </p:nvPr>
        </p:nvSpPr>
        <p:spPr>
          <a:xfrm rot="0" flipH="false" flipV="false">
            <a:off x="7823200" y="2330787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13" id="13"/>
          <p:cNvSpPr/>
          <p:nvPr>
            <p:ph idx="44" type="body" sz="quarter"/>
          </p:nvPr>
        </p:nvSpPr>
        <p:spPr>
          <a:xfrm rot="0" flipH="false" flipV="false">
            <a:off x="2331321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  <p:sp>
        <p:nvSpPr>
          <p:cNvPr name="AutoShape 14" id="14"/>
          <p:cNvSpPr/>
          <p:nvPr>
            <p:ph idx="45" type="body" sz="quarter"/>
          </p:nvPr>
        </p:nvSpPr>
        <p:spPr>
          <a:xfrm rot="0" flipH="false" flipV="false">
            <a:off x="7823200" y="4457376"/>
            <a:ext cx="3606800" cy="317500"/>
          </a:xfrm>
          <a:prstGeom prst="rect">
            <a:avLst/>
          </a:prstGeom>
          <a:noFill/>
          <a:ln w="127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l">
              <a:lnSpc>
                <a:spcPct val="125000"/>
              </a:lnSpc>
              <a:defRPr sz="16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l"/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46" type="body" sz="quarter"/>
          </p:nvPr>
        </p:nvSpPr>
        <p:spPr>
          <a:xfrm rot="0" flipH="false" flipV="false">
            <a:off x="1161058" y="748860"/>
            <a:ext cx="9867900" cy="6350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3200" b="tru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47" type="pic" sz="quarter"/>
          </p:nvPr>
        </p:nvSpPr>
        <p:spPr>
          <a:xfrm rot="0" flipH="false" flipV="false">
            <a:off x="14478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4" id="4"/>
          <p:cNvSpPr/>
          <p:nvPr>
            <p:ph idx="48" type="pic" sz="quarter"/>
          </p:nvPr>
        </p:nvSpPr>
        <p:spPr>
          <a:xfrm rot="0" flipH="false" flipV="false">
            <a:off x="54610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5" id="5"/>
          <p:cNvSpPr/>
          <p:nvPr>
            <p:ph idx="49" type="pic" sz="quarter"/>
          </p:nvPr>
        </p:nvSpPr>
        <p:spPr>
          <a:xfrm rot="0" flipH="false" flipV="false">
            <a:off x="9474200" y="1988850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6" id="6"/>
          <p:cNvSpPr/>
          <p:nvPr>
            <p:ph idx="50" type="pic" sz="quarter"/>
          </p:nvPr>
        </p:nvSpPr>
        <p:spPr>
          <a:xfrm rot="0" flipH="false" flipV="false">
            <a:off x="14478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7" id="7"/>
          <p:cNvSpPr/>
          <p:nvPr>
            <p:ph idx="51" type="pic" sz="quarter"/>
          </p:nvPr>
        </p:nvSpPr>
        <p:spPr>
          <a:xfrm rot="0" flipH="false" flipV="false">
            <a:off x="94742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8" id="8"/>
          <p:cNvSpPr/>
          <p:nvPr>
            <p:ph idx="52" type="pic" sz="quarter"/>
          </p:nvPr>
        </p:nvSpPr>
        <p:spPr>
          <a:xfrm rot="0" flipH="false" flipV="false">
            <a:off x="5461000" y="4227271"/>
            <a:ext cx="1270000" cy="1270000"/>
          </a:xfrm>
          <a:prstGeom prst="roundRect">
            <a:avLst>
              <a:gd name="adj" fmla="val 50000"/>
            </a:avLst>
          </a:prstGeom>
          <a:solidFill>
            <a:srgbClr val="DEE0E3">
              <a:alpha val="100000"/>
            </a:srgbClr>
          </a:solidFill>
          <a:ln>
            <a:noFill/>
            <a:prstDash val="solid"/>
          </a:ln>
          <a:effectLst/>
        </p:spPr>
        <p:txBody>
          <a:bodyPr anchor="ctr" lIns="63500" rIns="63500" tIns="63500" bIns="63500"/>
          <a:lstStyle>
            <a:lvl1pPr algn="ctr">
              <a:defRPr sz="32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9" id="9"/>
          <p:cNvSpPr/>
          <p:nvPr>
            <p:ph idx="53" type="body" sz="quarter"/>
          </p:nvPr>
        </p:nvSpPr>
        <p:spPr>
          <a:xfrm rot="0" flipH="false" flipV="false">
            <a:off x="7620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10" id="10"/>
          <p:cNvSpPr/>
          <p:nvPr>
            <p:ph idx="54" type="body" sz="quarter"/>
          </p:nvPr>
        </p:nvSpPr>
        <p:spPr>
          <a:xfrm rot="0" flipH="false" flipV="false">
            <a:off x="47752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11" id="11"/>
          <p:cNvSpPr/>
          <p:nvPr>
            <p:ph idx="55" type="body" sz="quarter"/>
          </p:nvPr>
        </p:nvSpPr>
        <p:spPr>
          <a:xfrm rot="0" flipH="false" flipV="false">
            <a:off x="8788400" y="3246150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12" id="12"/>
          <p:cNvSpPr/>
          <p:nvPr>
            <p:ph idx="56" type="body" sz="quarter"/>
          </p:nvPr>
        </p:nvSpPr>
        <p:spPr>
          <a:xfrm rot="0" flipH="false" flipV="false">
            <a:off x="7620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13" id="13"/>
          <p:cNvSpPr/>
          <p:nvPr>
            <p:ph idx="57" type="body" sz="quarter"/>
          </p:nvPr>
        </p:nvSpPr>
        <p:spPr>
          <a:xfrm rot="0" flipH="false" flipV="false">
            <a:off x="4775200" y="54845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14" id="14"/>
          <p:cNvSpPr/>
          <p:nvPr>
            <p:ph idx="58" type="body" sz="quarter"/>
          </p:nvPr>
        </p:nvSpPr>
        <p:spPr>
          <a:xfrm rot="0" flipH="false" flipV="false">
            <a:off x="8788400" y="5497271"/>
            <a:ext cx="2641600" cy="2794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400" b="false" i="false" u="none" strike="noStrike">
                <a:solidFill>
                  <a:srgbClr val="9B9EA2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9" type="body" sz="quarter"/>
          </p:nvPr>
        </p:nvSpPr>
        <p:spPr>
          <a:xfrm rot="0" flipH="false" flipV="false">
            <a:off x="1155700" y="2745740"/>
            <a:ext cx="9880600" cy="9906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16666"/>
              </a:lnSpc>
              <a:defRPr sz="5400" b="true" i="false" u="none" strike="noStrike">
                <a:solidFill>
                  <a:srgbClr val="000000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60" type="body" sz="quarter"/>
          </p:nvPr>
        </p:nvSpPr>
        <p:spPr>
          <a:xfrm rot="0" flipH="false" flipV="false">
            <a:off x="1155700" y="2082800"/>
            <a:ext cx="9880600" cy="317500"/>
          </a:xfrm>
          <a:prstGeom prst="rect">
            <a:avLst/>
          </a:prstGeom>
          <a:noFill/>
          <a:ln w="25400">
            <a:noFill/>
            <a:prstDash val="solid"/>
          </a:ln>
          <a:effectLst/>
        </p:spPr>
        <p:txBody>
          <a:bodyPr anchor="t" wrap="square" lIns="0" rIns="0" tIns="0" bIns="0">
            <a:spAutoFit/>
          </a:bodyPr>
          <a:lstStyle>
            <a:lvl1pPr algn="ctr">
              <a:lnSpc>
                <a:spcPct val="125000"/>
              </a:lnSpc>
              <a:defRPr sz="1600" b="false" i="false" u="none" strike="noStrike">
                <a:solidFill>
                  <a:srgbClr val="1F2329">
                    <a:alpha val="100000"/>
                  </a:srgbClr>
                </a:solidFill>
                <a:latin typeface="Roboto"/>
              </a:defRPr>
            </a:lvl1pPr>
          </a:lstStyle>
          <a:p>
            <a:pPr algn="ctr"/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20.xml" Type="http://schemas.openxmlformats.org/officeDocument/2006/relationships/slideLayout"/><Relationship Id="rId11" Target="../slideLayouts/slideLayout21.xml" Type="http://schemas.openxmlformats.org/officeDocument/2006/relationships/slideLayout"/><Relationship Id="rId2" Target="../slideLayouts/slideLayout12.xml" Type="http://schemas.openxmlformats.org/officeDocument/2006/relationships/slideLayout"/><Relationship Id="rId3" Target="../slideLayouts/slideLayout13.xml" Type="http://schemas.openxmlformats.org/officeDocument/2006/relationships/slideLayout"/><Relationship Id="rId4" Target="../slideLayouts/slideLayout14.xml" Type="http://schemas.openxmlformats.org/officeDocument/2006/relationships/slideLayout"/><Relationship Id="rId5" Target="../slideLayouts/slideLayout15.xml" Type="http://schemas.openxmlformats.org/officeDocument/2006/relationships/slideLayout"/><Relationship Id="rId6" Target="../slideLayouts/slideLayout16.xml" Type="http://schemas.openxmlformats.org/officeDocument/2006/relationships/slideLayout"/><Relationship Id="rId7" Target="../slideLayouts/slideLayout17.xml" Type="http://schemas.openxmlformats.org/officeDocument/2006/relationships/slideLayout"/><Relationship Id="rId8" Target="../slideLayouts/slideLayout18.xml" Type="http://schemas.openxmlformats.org/officeDocument/2006/relationships/slideLayout"/><Relationship Id="rId9" Target="../slideLayouts/slideLayout1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  <p:sldLayoutId id="2157483700" r:id="rId3"/>
    <p:sldLayoutId id="2157483701" r:id="rId4"/>
    <p:sldLayoutId id="2157483702" r:id="rId5"/>
    <p:sldLayoutId id="2157483703" r:id="rId6"/>
    <p:sldLayoutId id="2157483704" r:id="rId7"/>
    <p:sldLayoutId id="2157483705" r:id="rId8"/>
    <p:sldLayoutId id="2157483706" r:id="rId9"/>
    <p:sldLayoutId id="2157483707" r:id="rId10"/>
    <p:sldLayoutId id="215748370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https://shop.tetheria.ai/products/kit-aero-open-hand?variant=51270144426296" TargetMode="External" Type="http://schemas.openxmlformats.org/officeDocument/2006/relationships/hyperlink"/><Relationship Id="rId3" Target="https://www.amazon.com/Breadboards-Solderless-Breadboard-Distribution-Connecting/dp/B07DL13RZH/ref=sr_1_9?crid=1SZN3L371CV8O&amp;dib=eyJ2IjoiMSJ9.7gkn41cBUF0UNjLkLuG9r2vipNaYiH--2pxnUShJNQ8ZVlLYm0K2L0gw2UdTr7l4IDXYvMZ2iwsw9GpnSWeq5xtzCFVzLld_Ftag5-EVZoBobXBg7hRlafX119SUlbv51e9MiWuiwMrKZWIiptGvU-mew1YjB6UhxuU4tFEzk8lzekEIgWgx3BJxE7HDeB3Yi7_1EY3ZqqOcRz3pwbeCdKhCnIS5Zm4LKhDXOYWxjGs.CeKo1Acg4RPgAJvR2cLxXH3T8z4AXFuw108A7_SjMDI&amp;dib_tag=se&amp;keywords=protoboard&amp;qid=1761175792&amp;sprefix=protoboar%2Caps%2C157&amp;sr=8-9" TargetMode="External" Type="http://schemas.openxmlformats.org/officeDocument/2006/relationships/hyperlink"/><Relationship Id="rId4" Target="https://www.amazon.com/inShareplus-Voltage-Transformer-100-240V-Connector/dp/B01GHN2S7Q/ref=sr_1_3?crid=3SEWDKNGL8XY4&amp;dib=eyJ2IjoiMSJ9.GWQfxPWsVq3FiH8RFPKQCvmRJ5Sl_FguG2RFVsL_RMLCDSY-eQHOR6JchkVHqoRrjwolFHnLfav3ByARrnSTJ5inwUS96AU1qZxTDPWEkb13VYGxNcCbBWTyCWmQDsFukvXYl3AeFCgqxdVnRiUr3_ybMpOrK7-e3US5cej2ae_fpUm3B2N7GAXtWaKQht5LJNLW1kn4nlJ16QM2WCoXFhiKmZMxPHHlE2cici5TQTs.8iEeB2Gcv3Mz1eIvTMZqkPCQ-RTeeNi-_haBEYI8E04&amp;dib_tag=se&amp;keywords=dc%2Bpower%2Bsupply%2B6v%2B10a&amp;qid=1761175813&amp;sprefix=dc%2Bpower%2Bsupply%2B6v%2B10a%2Caps%2C164&amp;sr=8-3&amp;th=1" TargetMode="External" Type="http://schemas.openxmlformats.org/officeDocument/2006/relationships/hyperlink"/><Relationship Id="rId5" Target="https://www.amazon.com/ESP32S3-2-4GHz-Dual-core-Supported-Efficiency-Interface/dp/B0BYSB66S5/ref=sr_1_3?crid=2AXY1HWX83DOW&amp;dib=eyJ2IjoiMSJ9.jMlQaRW80lkonFMSZSqEab8YhSv3JAUedxksG5byzSqASAUcmW5vR4xkAfDM12PwD5WOmi6aEwr_UqyfOVLXDEr-7ERvFlHGyka5QgKrRI6e4BzvoocJyr18cYZwI33dfVHnVmbEImO2yMz8g7v8cfmVzsH2tBmNotae9Nb1LZq1ri3vLb5PVRArQrEADhXoMAMm5gv2jBs7YpUAi8CSHPlRf2ofAL4kLVlVXqJwLAI.6zVRU6t6X6o1_9v3VdFzY5vI7fQg-W1VQbZz32NXIck&amp;dib_tag=se&amp;keywords=seeed+studio+xiao+esp32s3&amp;qid=1761175766&amp;sprefix=seeed+studio+xiao+esp32s3%2Caps%2C152&amp;sr=8-3" TargetMode="External" Type="http://schemas.openxmlformats.org/officeDocument/2006/relationships/hyperlink"/><Relationship Id="rId6" Target="https://www.amazon.com/HiLetgo-20pcs-2-54mm-Single-Header/dp/B07R5QDL8D/ref=sr_1_3?crid=37JXVEMM1OK4I&amp;dib=eyJ2IjoiMSJ9.FJVUwWJLAYRcaFOvxtoRMXk2rkEDzkUlkIitbD27BxYzG1l9mXXs3gTCA209GckGa6KIZ5nEilHlxxw3msg5ejBR_tk7RHNwJWXUqvrRL4f021RsUuYjRM7xKWMTJcJU7jk17KhTFJgaP8IGFKAuXJPU97GwR2D2aark1JReeg9gjyIgm-OSuhF13CmNq94khefpS4zrI3hCwnYVF7Yi3lf0BFUKITEfcfVFdJTGAqk.npXP5DnTBJ66W9_CJ8ya7ZzP7f7u8RTG45-G7h3E2a0&amp;dib_tag=se&amp;keywords=pin+headers&amp;qid=1761175849&amp;sprefix=pin+headers%2Caps%2C145&amp;sr=8-3" TargetMode="External" Type="http://schemas.openxmlformats.org/officeDocument/2006/relationships/hyperlink"/><Relationship Id="rId7" Target="https://www.amazon.com/Antrader-Multicolored-Breadboard-Jumper-Dupont/dp/B07S1NGQR1/ref=sr_1_10?crid=2TUP4QUWI4855&amp;dib=eyJ2IjoiMSJ9.tjHxIQLJsk16_0YVtUGN6Tqnr8euWNsWVjpSaq5RQkY2xcbQMpJP-tZhKHEuWRR-AMEGhvhPkxjT-ajU4b7bEDkXV6EaXQYFaId8WrV0akQp7cMwI72T7Fbbmt-4djOZGqU7W7tXW6sh7lDFjw1bmMqkyvXUrMUEBfEKecMhxKLfDcA3pzN21oTvNB2YNYgmACbLo5pYMF89pGsr9G8kQlS7kWXM8FiQhAcSdzKhGgU.AavZZ1HcGtMpAwM7QmG9eWuhd8eajoSQggfafTeqEw8&amp;dib_tag=se&amp;keywords=jumper%2Bwires%2Bpin%2Bto%2Bpin&amp;qid=1761175708&amp;sprefix=jumper%2Bwires%2Bpin%2Bto%2Bpin%2Caps%2C154&amp;sr=8-10&amp;th=1" TargetMode="External" Type="http://schemas.openxmlformats.org/officeDocument/2006/relationships/hyperlink"/><Relationship Id="rId8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Relationship Id="rId6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.jpeg" Type="http://schemas.openxmlformats.org/officeDocument/2006/relationships/image"/><Relationship Id="rId3" Target="https://github.com/TetherIA/aero-hand-open/tree/main/sdk" TargetMode="External" Type="http://schemas.openxmlformats.org/officeDocument/2006/relationships/hyperlink"/><Relationship Id="rId4" Target="https://docs.tetheria.ai/docs/intro" TargetMode="External" Type="http://schemas.openxmlformats.org/officeDocument/2006/relationships/hyperlink"/><Relationship Id="rId5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tru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93082" y="153824"/>
            <a:ext cx="5588000" cy="952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If you are buying a </a:t>
            </a:r>
            <a:r>
              <a:rPr lang="en-US" b="true" i="false" strike="noStrike" u="none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  <a:hlinkClick r:id="rId2" tooltip="https://shop.tetheria.ai/products/kit-aero-open-hand?variant=5127014442629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Kit - Aero Open Hand</a:t>
            </a:r>
            <a:r>
              <a:rPr lang="en-US" b="true" i="false" strike="noStrike" u="none" sz="2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37947" y="820396"/>
            <a:ext cx="11836400" cy="365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Things you Might need :</a:t>
            </a:r>
            <a:endParaRPr lang="en-US" sz="1100"/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Proto Board - 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  <a:hlinkClick r:id="rId3" tooltip="https://www.amazon.com/Breadboards-Solderless-Breadboard-Distribution-Connecting/dp/B07DL13RZH/ref=sr_1_9?crid=1SZN3L371CV8O&amp;dib=eyJ2IjoiMSJ9.7gkn41cBUF0UNjLkLuG9r2vipNaYiH--2pxnUShJNQ8ZVlLYm0K2L0gw2UdTr7l4IDXYvMZ2iwsw9GpnSWeq5xtzCFVzLld_Ftag5-EVZoBobXBg7hRlafX119SUlbv51e9MiWuiwMrKZWIiptGvU-mew1YjB6UhxuU4tFEzk8lzekEIgWgx3BJxE7HDeB3Yi7_1EY3ZqqOcRz3pwbeCdKhCnIS5Zm4LKhDXOYWxjGs.CeKo1Acg4RPgAJvR2cLxXH3T8z4AXFuw108A7_SjMDI&amp;dib_tag=se&amp;keywords=protoboard&amp;qid=1761175792&amp;sprefix=protoboar%2Caps%2C157&amp;sr=8-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4PCS Breadboards Kit Include 2PCS 830 Point 2PCS 400 Point Solderless Breadboards for Proto Shield Distribution Connecting Blocks: Amazon.com: Industrial &amp; Scientific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DC Power Supply - 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  <a:hlinkClick r:id="rId4" tooltip="https://www.amazon.com/inShareplus-Voltage-Transformer-100-240V-Connector/dp/B01GHN2S7Q/ref=sr_1_3?crid=3SEWDKNGL8XY4&amp;dib=eyJ2IjoiMSJ9.GWQfxPWsVq3FiH8RFPKQCvmRJ5Sl_FguG2RFVsL_RMLCDSY-eQHOR6JchkVHqoRrjwolFHnLfav3ByARrnSTJ5inwUS96AU1qZxTDPWEkb13VYGxNcCbBWTyCWmQDsFukvXYl3AeFCgqxdVnRiUr3_ybMpOrK7-e3US5cej2ae_fpUm3B2N7GAXtWaKQht5LJNLW1kn4nlJ16QM2WCoXFhiKmZMxPHHlE2cici5TQTs.8iEeB2Gcv3Mz1eIvTMZqkPCQ-RTeeNi-_haBEYI8E04&amp;dib_tag=se&amp;keywords=dc%2Bpower%2Bsupply%2B6v%2B10a&amp;qid=1761175813&amp;sprefix=dc%2Bpower%2Bsupply%2B6v%2B10a%2Caps%2C164&amp;sr=8-3&amp;th=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Amazon.com: inShareplus 6V Low Voltage Power Supply, Transformer, Power Adapter, 10A 60 Watt Max, AC 100-240V to DC 6V, with 5.5/2.1 DC Female Barrel Connector : Electronics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Seeed Studio ESP32S3 - 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  <a:hlinkClick r:id="rId5" tooltip="https://www.amazon.com/ESP32S3-2-4GHz-Dual-core-Supported-Efficiency-Interface/dp/B0BYSB66S5/ref=sr_1_3?crid=2AXY1HWX83DOW&amp;dib=eyJ2IjoiMSJ9.jMlQaRW80lkonFMSZSqEab8YhSv3JAUedxksG5byzSqASAUcmW5vR4xkAfDM12PwD5WOmi6aEwr_UqyfOVLXDEr-7ERvFlHGyka5QgKrRI6e4BzvoocJyr18cYZwI33dfVHnVmbEImO2yMz8g7v8cfmVzsH2tBmNotae9Nb1LZq1ri3vLb5PVRArQrEADhXoMAMm5gv2jBs7YpUAi8CSHPlRf2ofAL4kLVlVXqJwLAI.6zVRU6t6X6o1_9v3VdFzY5vI7fQg-W1VQbZz32NXIck&amp;dib_tag=se&amp;keywords=seeed+studio+xiao+esp32s3&amp;qid=1761175766&amp;sprefix=seeed+studio+xiao+esp32s3%2Caps%2C152&amp;sr=8-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Amazon.com: Seeed Studio XIAO ESP32S3-2.4GHz Wi-Fi, BLE 5.0, Dual-core, Battery Charge Supported, Power Efficiency and Rich Interface, Ideal for Smart Homes, IoT, Wearable Devices, Robotics … : Electronics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Pin Headers - 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  <a:hlinkClick r:id="rId6" tooltip="https://www.amazon.com/HiLetgo-20pcs-2-54mm-Single-Header/dp/B07R5QDL8D/ref=sr_1_3?crid=37JXVEMM1OK4I&amp;dib=eyJ2IjoiMSJ9.FJVUwWJLAYRcaFOvxtoRMXk2rkEDzkUlkIitbD27BxYzG1l9mXXs3gTCA209GckGa6KIZ5nEilHlxxw3msg5ejBR_tk7RHNwJWXUqvrRL4f021RsUuYjRM7xKWMTJcJU7jk17KhTFJgaP8IGFKAuXJPU97GwR2D2aark1JReeg9gjyIgm-OSuhF13CmNq94khefpS4zrI3hCwnYVF7Yi3lf0BFUKITEfcfVFdJTGAqk.npXP5DnTBJ66W9_CJ8ya7ZzP7f7u8RTG45-G7h3E2a0&amp;dib_tag=se&amp;keywords=pin+headers&amp;qid=1761175849&amp;sprefix=pin+headers%2Caps%2C145&amp;sr=8-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HiLetgo 20pcs 40P 2.54mm Pitch Single Row Pin Header Strip 40Pin 2.54mm Pitch: Amazon.com: Industrial &amp; Scientific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3 Jumper Wires Pin - Pin (Male to Male) - 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  <a:hlinkClick r:id="rId7" tooltip="https://www.amazon.com/Antrader-Multicolored-Breadboard-Jumper-Dupont/dp/B07S1NGQR1/ref=sr_1_10?crid=2TUP4QUWI4855&amp;dib=eyJ2IjoiMSJ9.tjHxIQLJsk16_0YVtUGN6Tqnr8euWNsWVjpSaq5RQkY2xcbQMpJP-tZhKHEuWRR-AMEGhvhPkxjT-ajU4b7bEDkXV6EaXQYFaId8WrV0akQp7cMwI72T7Fbbmt-4djOZGqU7W7tXW6sh7lDFjw1bmMqkyvXUrMUEBfEKecMhxKLfDcA3pzN21oTvNB2YNYgmACbLo5pYMF89pGsr9G8kQlS7kWXM8FiQhAcSdzKhGgU.AavZZ1HcGtMpAwM7QmG9eWuhd8eajoSQggfafTeqEw8&amp;dib_tag=se&amp;keywords=jumper%2Bwires%2Bpin%2Bto%2Bpin&amp;qid=1761175708&amp;sprefix=jumper%2Bwires%2Bpin%2Bto%2Bpin%2Caps%2C154&amp;sr=8-10&amp;th=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Antrader Multicolored Breadboard Jumper Wires 40 Pin 10CM Male to Male Ribbon Cables: Amazon.com: Industrial &amp; Scientific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</a:p>
          <a:p>
            <a:pPr algn="l" indent="-203200" marL="203200">
              <a:lnSpc>
                <a:spcPct val="125000"/>
              </a:lnSpc>
              <a:buClr>
                <a:srgbClr val="1F2329"/>
              </a:buClr>
              <a:buChar char="•"/>
            </a:pP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Soldering Material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="tru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30195" r="29814" t="15848" b="16139"/>
          <a:stretch>
            <a:fillRect/>
          </a:stretch>
        </p:blipFill>
        <p:spPr>
          <a:xfrm rot="0" flipH="false" flipV="false">
            <a:off x="7206122" y="1613475"/>
            <a:ext cx="1339682" cy="1708838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 flipH="false" flipV="false">
            <a:off x="2240037" y="2304852"/>
            <a:ext cx="2066672" cy="5344642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 flipH="false" flipV="false">
            <a:off x="359725" y="740796"/>
            <a:ext cx="1746978" cy="2494829"/>
          </a:xfrm>
          <a:prstGeom prst="rect">
            <a:avLst/>
          </a:prstGeom>
          <a:ln>
            <a:noFill/>
            <a:prstDash val="solid"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359725" y="365333"/>
            <a:ext cx="43180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Next Step: Solder Pin Headers to your ESP32 S3</a:t>
            </a:r>
            <a:endParaRPr lang="en-US" sz="1100"/>
          </a:p>
          <a:p>
            <a:pPr algn="l" indent="0">
              <a:lnSpc>
                <a:spcPct val="125000"/>
              </a:lnSpc>
            </a:pP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179979" y="974933"/>
            <a:ext cx="36068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Once ESP is Soldered, Try to use Multimeter to check 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if any connections are not shorted Together.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</a:p>
        </p:txBody>
      </p:sp>
      <p:cxnSp>
        <p:nvCxnSpPr>
          <p:cNvPr name="Connector 7" id="7"/>
          <p:cNvCxnSpPr/>
          <p:nvPr/>
        </p:nvCxnSpPr>
        <p:spPr>
          <a:xfrm rot="-2699999" flipH="false" flipV="false">
            <a:off x="6118842" y="717824"/>
            <a:ext cx="897354" cy="89735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299184" y="823601"/>
            <a:ext cx="2400300" cy="685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spAutoFit/>
          </a:bodyPr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Take out 3 Pin to Pin headers and the TTLinker Mini Servo Board.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Do the Connections on Protoboard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rcRect l="36460" r="24960" t="43267" b="33078"/>
          <a:stretch>
            <a:fillRect/>
          </a:stretch>
        </p:blipFill>
        <p:spPr>
          <a:xfrm rot="-10799999" flipH="false" flipV="false">
            <a:off x="9441086" y="1613475"/>
            <a:ext cx="2645738" cy="1622150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cxnSp>
        <p:nvCxnSpPr>
          <p:cNvPr name="Connector 10" id="10"/>
          <p:cNvCxnSpPr/>
          <p:nvPr/>
        </p:nvCxnSpPr>
        <p:spPr>
          <a:xfrm rot="-1800000" flipH="false" flipV="false">
            <a:off x="8444738" y="1835548"/>
            <a:ext cx="1130430" cy="432306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8819531" y="1786002"/>
            <a:ext cx="368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B9EA2"/>
                </a:solidFill>
                <a:highlight>
                  <a:srgbClr val="FFFFFF">
                    <a:alpha val="0"/>
                  </a:srgbClr>
                </a:highlight>
                <a:latin typeface="Roboto"/>
                <a:ea typeface="Roboto"/>
                <a:cs typeface="Roboto"/>
                <a:sym typeface="Roboto"/>
              </a:rPr>
              <a:t>GND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8100000" flipH="false" flipV="false">
            <a:off x="7034548" y="2227903"/>
            <a:ext cx="205990" cy="20599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EE08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13" id="13"/>
          <p:cNvCxnSpPr/>
          <p:nvPr/>
        </p:nvCxnSpPr>
        <p:spPr>
          <a:xfrm rot="8100000" flipH="false" flipV="false">
            <a:off x="6785896" y="1941124"/>
            <a:ext cx="411981" cy="41198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AD35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14" id="14"/>
          <p:cNvCxnSpPr/>
          <p:nvPr/>
        </p:nvCxnSpPr>
        <p:spPr>
          <a:xfrm rot="0" flipH="false" flipV="false">
            <a:off x="7019925" y="2328862"/>
            <a:ext cx="3175" cy="12700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EE08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15" id="15"/>
          <p:cNvCxnSpPr/>
          <p:nvPr/>
        </p:nvCxnSpPr>
        <p:spPr>
          <a:xfrm rot="0" flipH="false" flipV="false">
            <a:off x="7007257" y="3573553"/>
            <a:ext cx="177482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EE08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16" id="16"/>
          <p:cNvCxnSpPr/>
          <p:nvPr/>
        </p:nvCxnSpPr>
        <p:spPr>
          <a:xfrm rot="-6316449" flipH="false" flipV="false">
            <a:off x="8752187" y="2486034"/>
            <a:ext cx="857317" cy="110297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EE08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17" id="17"/>
          <p:cNvCxnSpPr/>
          <p:nvPr/>
        </p:nvCxnSpPr>
        <p:spPr>
          <a:xfrm rot="76532" flipH="false" flipV="false">
            <a:off x="6715125" y="2138362"/>
            <a:ext cx="19050" cy="171132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AD35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18" id="18"/>
          <p:cNvCxnSpPr/>
          <p:nvPr/>
        </p:nvCxnSpPr>
        <p:spPr>
          <a:xfrm rot="0" flipH="false" flipV="false">
            <a:off x="6708775" y="3814762"/>
            <a:ext cx="1927225" cy="317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AD35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19" id="19"/>
          <p:cNvCxnSpPr/>
          <p:nvPr/>
        </p:nvCxnSpPr>
        <p:spPr>
          <a:xfrm rot="-8583361" flipH="false" flipV="false">
            <a:off x="8601075" y="2347912"/>
            <a:ext cx="492125" cy="14732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C60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name="Connector 20" id="20"/>
          <p:cNvCxnSpPr/>
          <p:nvPr/>
        </p:nvCxnSpPr>
        <p:spPr>
          <a:xfrm rot="-922406" flipH="false" flipV="false">
            <a:off x="9086850" y="2303462"/>
            <a:ext cx="517525" cy="6985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AD35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456863" y="3378048"/>
            <a:ext cx="4191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8EE085"/>
                </a:solidFill>
                <a:latin typeface="Roboto"/>
                <a:ea typeface="Roboto"/>
                <a:cs typeface="Roboto"/>
                <a:sym typeface="Roboto"/>
              </a:rPr>
              <a:t>ESP TX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253288" y="3624283"/>
            <a:ext cx="4191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FAD355"/>
                </a:solidFill>
                <a:latin typeface="Roboto"/>
                <a:ea typeface="Roboto"/>
                <a:cs typeface="Roboto"/>
                <a:sym typeface="Roboto"/>
              </a:rPr>
              <a:t>ESP RX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837738" y="860633"/>
            <a:ext cx="1346200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ESP TX              TX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ESP RX              RX 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GND                   GND</a:t>
            </a:r>
            <a:r>
              <a:rPr lang="en-US" b="false" i="false" strike="noStrike" u="none" sz="12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  <p:cxnSp>
        <p:nvCxnSpPr>
          <p:cNvPr name="Connector 24" id="24"/>
          <p:cNvCxnSpPr/>
          <p:nvPr/>
        </p:nvCxnSpPr>
        <p:spPr>
          <a:xfrm rot="-2699999" flipH="false" flipV="false">
            <a:off x="10456690" y="844719"/>
            <a:ext cx="260427" cy="260427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F36">
                <a:alpha val="100000"/>
              </a:srgbClr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name="Connector 25" id="25"/>
          <p:cNvCxnSpPr/>
          <p:nvPr/>
        </p:nvCxnSpPr>
        <p:spPr>
          <a:xfrm rot="-2699999" flipH="false" flipV="false">
            <a:off x="10456690" y="1073319"/>
            <a:ext cx="260427" cy="260427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F36">
                <a:alpha val="100000"/>
              </a:srgbClr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name="Connector 26" id="26"/>
          <p:cNvCxnSpPr/>
          <p:nvPr/>
        </p:nvCxnSpPr>
        <p:spPr>
          <a:xfrm rot="-2699999" flipH="false" flipV="false">
            <a:off x="10456690" y="1278290"/>
            <a:ext cx="260427" cy="260427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F36">
                <a:alpha val="100000"/>
              </a:srgbClr>
            </a:solidFill>
            <a:prstDash val="solid"/>
            <a:round/>
            <a:headEnd type="arrow" w="med" len="med"/>
            <a:tailEnd type="arrow" w="med" len="med"/>
          </a:ln>
        </p:spPr>
      </p:cxnSp>
      <p:cxnSp>
        <p:nvCxnSpPr>
          <p:cNvPr name="Connector 27" id="27"/>
          <p:cNvCxnSpPr/>
          <p:nvPr/>
        </p:nvCxnSpPr>
        <p:spPr>
          <a:xfrm rot="0" flipH="false" flipV="false">
            <a:off x="9033431" y="4129962"/>
            <a:ext cx="18143" cy="129721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cxnSp>
        <p:nvCxnSpPr>
          <p:cNvPr name="Connector 28" id="28"/>
          <p:cNvCxnSpPr/>
          <p:nvPr/>
        </p:nvCxnSpPr>
        <p:spPr>
          <a:xfrm rot="10742321" flipH="false" flipV="false">
            <a:off x="6135077" y="5390173"/>
            <a:ext cx="2911231" cy="2442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6734034" y="4856880"/>
            <a:ext cx="1765300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Once Setup is Done, </a:t>
            </a:r>
            <a:r>
              <a:rPr lang="en-US" b="false" i="false" strike="noStrike" u="none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 should look like this.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381072" y="6096000"/>
            <a:ext cx="378460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Note: This setup is do to control 2 hands , Left to Control Left hand.</a:t>
            </a:r>
            <a:r>
              <a:rPr lang="en-US" b="false" i="false" strike="noStrike" u="none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Right Indicates the same setup to control right hand.</a:t>
            </a:r>
            <a:r>
              <a:rPr lang="en-US" b="false" i="false" strike="noStrike" u="none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 contains the same TTLinker mini board, Just at different angles.</a:t>
            </a:r>
            <a:r>
              <a:rPr lang="en-US" b="false" i="false" strike="noStrike" u="none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</a:p>
          <a:p>
            <a:pPr algn="l" indent="0">
              <a:lnSpc>
                <a:spcPct val="12500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show="tru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269875" y="88900"/>
            <a:ext cx="6527800" cy="8001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Once Protoboard is Setup, 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You need stable 6V 10A supply and a 3P Molex Connector and all set , Ready to go.</a:t>
            </a:r>
          </a:p>
          <a:p>
            <a:pPr algn="l" indent="0">
              <a:lnSpc>
                <a:spcPct val="125000"/>
              </a:lnSpc>
            </a:pP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269875" y="785911"/>
            <a:ext cx="2432391" cy="2006600"/>
          </a:xfrm>
          <a:prstGeom prst="rect">
            <a:avLst/>
          </a:prstGeom>
          <a:ln>
            <a:noFill/>
            <a:prstDash val="solid"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 flipH="false" flipV="false">
            <a:off x="3499227" y="881749"/>
            <a:ext cx="533400" cy="1618039"/>
          </a:xfrm>
          <a:prstGeom prst="rect">
            <a:avLst/>
          </a:prstGeom>
          <a:ln>
            <a:noFill/>
            <a:prstDash val="solid"/>
          </a:ln>
        </p:spPr>
      </p:pic>
      <p:cxnSp>
        <p:nvCxnSpPr>
          <p:cNvPr name="Connector 5" id="5"/>
          <p:cNvCxnSpPr/>
          <p:nvPr/>
        </p:nvCxnSpPr>
        <p:spPr>
          <a:xfrm rot="0" flipH="false" flipV="false">
            <a:off x="4816888" y="1690687"/>
            <a:ext cx="1992313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4879975" y="1309768"/>
            <a:ext cx="16764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Connect to one of the </a:t>
            </a:r>
            <a:r>
              <a:rPr lang="en-US" b="false" i="false" strike="noStrike" u="none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 plugs of the TTL Linker Mini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36460" r="24960" t="43267" b="33078"/>
          <a:stretch>
            <a:fillRect/>
          </a:stretch>
        </p:blipFill>
        <p:spPr>
          <a:xfrm rot="0" flipH="false" flipV="false">
            <a:off x="6795002" y="1309768"/>
            <a:ext cx="3272778" cy="2006600"/>
          </a:xfrm>
          <a:prstGeom prst="roundRect">
            <a:avLst>
              <a:gd name="adj" fmla="val 0"/>
            </a:avLst>
          </a:prstGeom>
          <a:ln>
            <a:noFill/>
            <a:prstDash val="solid"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5426075" y="1789211"/>
            <a:ext cx="584200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Power </a:t>
            </a:r>
            <a:r>
              <a:rPr lang="en-US" b="false" i="false" strike="noStrike" u="none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6V 10A</a:t>
            </a:r>
          </a:p>
        </p:txBody>
      </p:sp>
      <p:cxnSp>
        <p:nvCxnSpPr>
          <p:cNvPr name="Connector 9" id="9"/>
          <p:cNvCxnSpPr/>
          <p:nvPr/>
        </p:nvCxnSpPr>
        <p:spPr>
          <a:xfrm rot="0" flipH="false" flipV="false">
            <a:off x="5834063" y="2722563"/>
            <a:ext cx="1031875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name="Connector 10" id="10"/>
          <p:cNvCxnSpPr/>
          <p:nvPr/>
        </p:nvCxnSpPr>
        <p:spPr>
          <a:xfrm rot="0" flipH="false" flipV="false">
            <a:off x="5881688" y="2714625"/>
            <a:ext cx="0" cy="2357438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  <p:sp>
        <p:nvSpPr>
          <p:cNvPr name="AutoShape 11" id="11"/>
          <p:cNvSpPr/>
          <p:nvPr/>
        </p:nvSpPr>
        <p:spPr>
          <a:xfrm rot="-5400000" flipH="false" flipV="false">
            <a:off x="4886325" y="3532030"/>
            <a:ext cx="16637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Servo Cable of Hand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 flipH="false" flipV="false">
            <a:off x="1557337" y="3893344"/>
            <a:ext cx="3656845" cy="2854325"/>
          </a:xfrm>
          <a:prstGeom prst="rect">
            <a:avLst/>
          </a:prstGeom>
          <a:ln>
            <a:noFill/>
            <a:prstDash val="solid"/>
          </a:ln>
        </p:spPr>
      </p:pic>
      <p:cxnSp>
        <p:nvCxnSpPr>
          <p:cNvPr name="Connector 13" id="13"/>
          <p:cNvCxnSpPr/>
          <p:nvPr/>
        </p:nvCxnSpPr>
        <p:spPr>
          <a:xfrm rot="10800000" flipH="false" flipV="false">
            <a:off x="5199063" y="5024438"/>
            <a:ext cx="69850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show="tru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399999" flipH="false" flipV="false">
            <a:off x="907222" y="1153583"/>
            <a:ext cx="3777786" cy="4550833"/>
          </a:xfrm>
          <a:prstGeom prst="rect">
            <a:avLst/>
          </a:prstGeom>
          <a:ln>
            <a:noFill/>
            <a:prstDash val="solid"/>
          </a:ln>
        </p:spPr>
      </p:pic>
      <p:cxnSp>
        <p:nvCxnSpPr>
          <p:cNvPr name="Connector 3" id="3"/>
          <p:cNvCxnSpPr/>
          <p:nvPr/>
        </p:nvCxnSpPr>
        <p:spPr>
          <a:xfrm rot="0" flipH="false" flipV="false">
            <a:off x="4572000" y="1722783"/>
            <a:ext cx="106472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name="Connector 4" id="4"/>
          <p:cNvCxnSpPr/>
          <p:nvPr/>
        </p:nvCxnSpPr>
        <p:spPr>
          <a:xfrm rot="10800000" flipH="false" flipV="false">
            <a:off x="3746500" y="740833"/>
            <a:ext cx="14111" cy="1545167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name="Connector 5" id="5"/>
          <p:cNvCxnSpPr/>
          <p:nvPr/>
        </p:nvCxnSpPr>
        <p:spPr>
          <a:xfrm rot="191824" flipH="false" flipV="false">
            <a:off x="2307167" y="4579056"/>
            <a:ext cx="42333" cy="151694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1890204" y="6173611"/>
            <a:ext cx="876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Right Hand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382432" y="451556"/>
            <a:ext cx="16891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DC Power Supply 6V 10A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676900" y="1608483"/>
            <a:ext cx="838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USB C to PC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84148" y="6987334"/>
            <a:ext cx="6829778" cy="914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Not Sure, What to do Next ?</a:t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Dig into our SDK - 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  <a:hlinkClick r:id="rId3" tooltip="https://github.com/TetherIA/aero-hand-open/tree/main/sd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aero-hand-open/sdk at main · TetherIA/aero-hand-open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</a:rPr>
              <a:t>Documentation - </a:t>
            </a:r>
            <a:r>
              <a:rPr lang="en-US" b="false" i="false" strike="noStrike" u="none" sz="1600">
                <a:solidFill>
                  <a:srgbClr val="1F2329"/>
                </a:solidFill>
                <a:latin typeface="Roboto"/>
                <a:ea typeface="Roboto"/>
                <a:cs typeface="Roboto"/>
                <a:sym typeface="Roboto"/>
                <a:hlinkClick r:id="rId4" tooltip="https://docs.tetheria.ai/docs/intr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Aero Hand Open | Aero Hand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show="tru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5399999" flipH="false" flipV="false">
            <a:off x="3325911" y="-264818"/>
            <a:ext cx="4472336" cy="7387636"/>
          </a:xfrm>
          <a:prstGeom prst="rect">
            <a:avLst/>
          </a:prstGeom>
          <a:ln>
            <a:noFill/>
            <a:prstDash val="solid"/>
          </a:ln>
        </p:spPr>
      </p:pic>
      <p:cxnSp>
        <p:nvCxnSpPr>
          <p:cNvPr name="Connector 3" id="3"/>
          <p:cNvCxnSpPr/>
          <p:nvPr/>
        </p:nvCxnSpPr>
        <p:spPr>
          <a:xfrm rot="10800000" flipH="false" flipV="false">
            <a:off x="7010149" y="743484"/>
            <a:ext cx="0" cy="178599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name="Connector 4" id="4"/>
          <p:cNvCxnSpPr/>
          <p:nvPr/>
        </p:nvCxnSpPr>
        <p:spPr>
          <a:xfrm rot="0" flipH="false" flipV="false">
            <a:off x="8724283" y="1280538"/>
            <a:ext cx="1064726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cxnSp>
        <p:nvCxnSpPr>
          <p:cNvPr name="Connector 5" id="5"/>
          <p:cNvCxnSpPr/>
          <p:nvPr/>
        </p:nvCxnSpPr>
        <p:spPr>
          <a:xfrm rot="191824" flipH="false" flipV="false">
            <a:off x="4955223" y="5155357"/>
            <a:ext cx="57037" cy="102112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>
            <a:solidFill>
              <a:srgbClr val="2B2F36">
                <a:alpha val="100000"/>
              </a:srgbClr>
            </a:solidFill>
            <a:prstDash val="solid"/>
            <a:headEnd type="none" w="lg" len="lg"/>
            <a:tailEnd type="arrow" w="lg" len="lg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4545591" y="6235422"/>
            <a:ext cx="876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Right Hand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868612" y="1166238"/>
            <a:ext cx="838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USB C to PC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426534"/>
            <a:ext cx="2159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DC Power Supply Stable 6V 10A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